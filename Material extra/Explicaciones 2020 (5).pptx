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201af09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201af09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3aef9de7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3aef9de7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3aef9de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3aef9de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3aef9de7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73aef9de7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3aef9de7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3aef9de7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3aef9de7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3aef9de7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3aef9de75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3aef9de75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3aef9de7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3aef9de7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73aef9de7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73aef9de7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3aef9de7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3aef9de7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3aef9de75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3aef9de75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3aef9de75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3aef9de75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73aef9de7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73aef9de7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73aef9de7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73aef9de75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73aef9de75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73aef9de75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Árboles Binarios</a:t>
            </a:r>
            <a:endParaRPr b="1"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575" y="971575"/>
            <a:ext cx="5230025" cy="40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5306950" y="1095975"/>
            <a:ext cx="682500" cy="41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Lato"/>
                <a:ea typeface="Lato"/>
                <a:cs typeface="Lato"/>
                <a:sym typeface="Lato"/>
              </a:rPr>
              <a:t>Raíz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3" name="Google Shape;143;p14"/>
          <p:cNvCxnSpPr>
            <a:stCxn id="142" idx="1"/>
          </p:cNvCxnSpPr>
          <p:nvPr/>
        </p:nvCxnSpPr>
        <p:spPr>
          <a:xfrm flipH="1">
            <a:off x="4797250" y="1305375"/>
            <a:ext cx="509700" cy="45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" name="Google Shape;144;p14"/>
          <p:cNvSpPr txBox="1"/>
          <p:nvPr/>
        </p:nvSpPr>
        <p:spPr>
          <a:xfrm>
            <a:off x="3863400" y="3449975"/>
            <a:ext cx="795000" cy="41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Lato"/>
                <a:ea typeface="Lato"/>
                <a:cs typeface="Lato"/>
                <a:sym typeface="Lato"/>
              </a:rPr>
              <a:t>Hojas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" name="Google Shape;145;p14"/>
          <p:cNvCxnSpPr>
            <a:stCxn id="144" idx="1"/>
          </p:cNvCxnSpPr>
          <p:nvPr/>
        </p:nvCxnSpPr>
        <p:spPr>
          <a:xfrm flipH="1">
            <a:off x="2845800" y="3659375"/>
            <a:ext cx="1017600" cy="585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146;p14"/>
          <p:cNvCxnSpPr>
            <a:stCxn id="144" idx="2"/>
          </p:cNvCxnSpPr>
          <p:nvPr/>
        </p:nvCxnSpPr>
        <p:spPr>
          <a:xfrm>
            <a:off x="4260900" y="3868775"/>
            <a:ext cx="87900" cy="299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4"/>
          <p:cNvCxnSpPr/>
          <p:nvPr/>
        </p:nvCxnSpPr>
        <p:spPr>
          <a:xfrm>
            <a:off x="4658500" y="3725525"/>
            <a:ext cx="1533000" cy="721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8" name="Google Shape;148;p14"/>
          <p:cNvSpPr txBox="1"/>
          <p:nvPr/>
        </p:nvSpPr>
        <p:spPr>
          <a:xfrm>
            <a:off x="2105450" y="1351275"/>
            <a:ext cx="1240200" cy="68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Lato"/>
                <a:ea typeface="Lato"/>
                <a:cs typeface="Lato"/>
                <a:sym typeface="Lato"/>
              </a:rPr>
              <a:t>Hijo Izquierdo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" name="Google Shape;149;p14"/>
          <p:cNvCxnSpPr>
            <a:stCxn id="148" idx="2"/>
          </p:cNvCxnSpPr>
          <p:nvPr/>
        </p:nvCxnSpPr>
        <p:spPr>
          <a:xfrm>
            <a:off x="2725550" y="2032875"/>
            <a:ext cx="458100" cy="479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p14"/>
          <p:cNvSpPr txBox="1"/>
          <p:nvPr/>
        </p:nvSpPr>
        <p:spPr>
          <a:xfrm>
            <a:off x="5989450" y="1570975"/>
            <a:ext cx="1240200" cy="68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Lato"/>
                <a:ea typeface="Lato"/>
                <a:cs typeface="Lato"/>
                <a:sym typeface="Lato"/>
              </a:rPr>
              <a:t>Hijo Derecho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1" name="Google Shape;151;p14"/>
          <p:cNvCxnSpPr>
            <a:stCxn id="150" idx="2"/>
          </p:cNvCxnSpPr>
          <p:nvPr/>
        </p:nvCxnSpPr>
        <p:spPr>
          <a:xfrm flipH="1">
            <a:off x="5768350" y="2252575"/>
            <a:ext cx="841200" cy="352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Árboles Binarios - Estructura en JAVA</a:t>
            </a:r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8" name="Google Shape;1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300" y="1071900"/>
            <a:ext cx="6922099" cy="37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Árboles Binarios - Recorridos</a:t>
            </a:r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1"/>
          </p:nvPr>
        </p:nvSpPr>
        <p:spPr>
          <a:xfrm>
            <a:off x="1201750" y="1092500"/>
            <a:ext cx="5460900" cy="33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 b="1"/>
              <a:t>Preorden</a:t>
            </a:r>
            <a:endParaRPr sz="16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 procesa primero la raíz y luego sus hijos, izquierdo y derecho.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 b="1"/>
              <a:t>Inorden</a:t>
            </a:r>
            <a:endParaRPr sz="16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 procesa el hijo izquierdo, luego la raíz y último el hijo derecho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 b="1"/>
              <a:t>Postorden</a:t>
            </a:r>
            <a:endParaRPr sz="16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 procesan primero los hijos, izquierdo y derecho, y luego la raíz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 </a:t>
            </a:r>
            <a:r>
              <a:rPr lang="es-419" sz="1600" b="1"/>
              <a:t>Por niveles</a:t>
            </a:r>
            <a:endParaRPr sz="1600" b="1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 procesan los nodos teniendo en cuenta sus niveles, primero la raíz, luego los hijos, los hijos de éstos, etc.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6451025" y="1092500"/>
            <a:ext cx="490500" cy="2841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066300" y="2095200"/>
            <a:ext cx="18075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 profundidad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Recursivo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527225" y="4004850"/>
            <a:ext cx="232200" cy="971100"/>
          </a:xfrm>
          <a:prstGeom prst="rightBrace">
            <a:avLst>
              <a:gd name="adj1" fmla="val 50000"/>
              <a:gd name="adj2" fmla="val 51955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124175" y="4062115"/>
            <a:ext cx="1807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Por niveles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Iterativo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preorden</a:t>
            </a:r>
            <a:endParaRPr b="1"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875" y="1570050"/>
            <a:ext cx="5345550" cy="2003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3075" y="1932663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738875" y="37876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recorrido preorden, ¿qué imprime?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preorden</a:t>
            </a:r>
            <a:endParaRPr b="1"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875" y="1570050"/>
            <a:ext cx="5345550" cy="2003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3075" y="1932663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38875" y="37876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  B   D   C   E   F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inorden</a:t>
            </a:r>
            <a:endParaRPr b="1"/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75" y="1495213"/>
            <a:ext cx="5912176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25" y="213058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38875" y="37876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recorrido inorden, ¿qué imprime?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inorden</a:t>
            </a:r>
            <a:endParaRPr b="1"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75" y="1495213"/>
            <a:ext cx="5912176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25" y="213058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38875" y="37876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   B   A   E   C   F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postorden</a:t>
            </a:r>
            <a:endParaRPr b="1"/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50" y="1615975"/>
            <a:ext cx="5722550" cy="20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25" y="213058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738875" y="37876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recorrido postorden, ¿qué imprime?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postorden</a:t>
            </a:r>
            <a:endParaRPr b="1"/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50" y="1615975"/>
            <a:ext cx="5722550" cy="20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25" y="213058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738875" y="37876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   B   E   F   C   A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por niveles</a:t>
            </a:r>
            <a:endParaRPr b="1"/>
          </a:p>
        </p:txBody>
      </p:sp>
      <p:pic>
        <p:nvPicPr>
          <p:cNvPr id="223" name="Google Shape;2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75" y="1307850"/>
            <a:ext cx="8124825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25" y="213058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1431100" y="42972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Lato"/>
                <a:ea typeface="Lato"/>
                <a:cs typeface="Lato"/>
                <a:sym typeface="Lato"/>
              </a:rPr>
              <a:t>El recorrido por niveles , ¿qué imprime?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Recorrido por niveles</a:t>
            </a:r>
            <a:endParaRPr b="1"/>
          </a:p>
        </p:txBody>
      </p:sp>
      <p:pic>
        <p:nvPicPr>
          <p:cNvPr id="232" name="Google Shape;2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75" y="1307850"/>
            <a:ext cx="8124825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25" y="213058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1431100" y="4297200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Lato"/>
                <a:ea typeface="Lato"/>
                <a:cs typeface="Lato"/>
                <a:sym typeface="Lato"/>
              </a:rPr>
              <a:t>A   B   C   D   E   F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Ejercicio 2 - a</a:t>
            </a:r>
            <a:endParaRPr b="1"/>
          </a:p>
        </p:txBody>
      </p:sp>
      <p:pic>
        <p:nvPicPr>
          <p:cNvPr id="240" name="Google Shape;2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524" y="952249"/>
            <a:ext cx="5397636" cy="24232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1" name="Google Shape;241;p25"/>
          <p:cNvSpPr txBox="1"/>
          <p:nvPr/>
        </p:nvSpPr>
        <p:spPr>
          <a:xfrm>
            <a:off x="6268350" y="1470600"/>
            <a:ext cx="26535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¿Qué diferencias hay en las dos versiones del método contarHojas()?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2" name="Google Shape;2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488" y="3230550"/>
            <a:ext cx="778192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Altura de un árbol binario</a:t>
            </a:r>
            <a:endParaRPr b="1"/>
          </a:p>
        </p:txBody>
      </p:sp>
      <p:pic>
        <p:nvPicPr>
          <p:cNvPr id="248" name="Google Shape;2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63" y="1489763"/>
            <a:ext cx="61245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225" y="182293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1817550" y="4152875"/>
            <a:ext cx="5508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¿Cuál es la altura de éste árbol?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¿Qué diferencia hay entre altura y profundidad?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Frontera</a:t>
            </a:r>
            <a:endParaRPr b="1"/>
          </a:p>
        </p:txBody>
      </p:sp>
      <p:sp>
        <p:nvSpPr>
          <p:cNvPr id="256" name="Google Shape;256;p27"/>
          <p:cNvSpPr txBox="1">
            <a:spLocks noGrp="1"/>
          </p:cNvSpPr>
          <p:nvPr>
            <p:ph type="body" idx="1"/>
          </p:nvPr>
        </p:nvSpPr>
        <p:spPr>
          <a:xfrm>
            <a:off x="1153275" y="999750"/>
            <a:ext cx="7038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Escribir un método que devuelva en una lista la frontera de un Árbol Binario.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800"/>
              <a:t>¿Cuál sería la frontera de éste árbol?</a:t>
            </a:r>
            <a:endParaRPr sz="1800"/>
          </a:p>
        </p:txBody>
      </p:sp>
      <p:pic>
        <p:nvPicPr>
          <p:cNvPr id="257" name="Google Shape;2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725" y="2236338"/>
            <a:ext cx="26860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 txBox="1"/>
          <p:nvPr/>
        </p:nvSpPr>
        <p:spPr>
          <a:xfrm>
            <a:off x="1297500" y="4422125"/>
            <a:ext cx="41820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   E   F  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Frontera</a:t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525" y="878638"/>
            <a:ext cx="74676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38" y="4018125"/>
            <a:ext cx="53816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8"/>
          <p:cNvSpPr txBox="1"/>
          <p:nvPr/>
        </p:nvSpPr>
        <p:spPr>
          <a:xfrm>
            <a:off x="5979900" y="4018125"/>
            <a:ext cx="296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¿Cómo mostramos lo que retorna el método frontera()?</a:t>
            </a:r>
            <a:endParaRPr sz="18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Presentación en pantalla (16:9)</PresentationFormat>
  <Paragraphs>57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</vt:lpstr>
      <vt:lpstr>Lato</vt:lpstr>
      <vt:lpstr>Arial</vt:lpstr>
      <vt:lpstr>Focus</vt:lpstr>
      <vt:lpstr>Árboles Binarios</vt:lpstr>
      <vt:lpstr>Árboles Binarios - Estructura en JAVA</vt:lpstr>
      <vt:lpstr>Árboles Binarios - Recorridos</vt:lpstr>
      <vt:lpstr>Recorrido preorden</vt:lpstr>
      <vt:lpstr>Recorrido preorden</vt:lpstr>
      <vt:lpstr>Recorrido inorden</vt:lpstr>
      <vt:lpstr>Recorrido inorden</vt:lpstr>
      <vt:lpstr>Recorrido postorden</vt:lpstr>
      <vt:lpstr>Recorrido postorden</vt:lpstr>
      <vt:lpstr>Recorrido por niveles</vt:lpstr>
      <vt:lpstr>Recorrido por niveles</vt:lpstr>
      <vt:lpstr>Ejercicio 2 - a</vt:lpstr>
      <vt:lpstr>Altura de un árbol binario</vt:lpstr>
      <vt:lpstr>Frontera</vt:lpstr>
      <vt:lpstr>Frontera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Árboles Binarios</dc:title>
  <cp:lastModifiedBy>Sofia Avila</cp:lastModifiedBy>
  <cp:revision>1</cp:revision>
  <dcterms:modified xsi:type="dcterms:W3CDTF">2022-05-06T12:32:04Z</dcterms:modified>
</cp:coreProperties>
</file>
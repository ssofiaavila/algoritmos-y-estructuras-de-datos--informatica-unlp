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0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54a34afe4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54a34afe4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7553307c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7553307c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7553307c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7553307c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7553307c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77553307c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7553307c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7553307c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7553307c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7553307ce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77553307ce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77553307ce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7553307c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7553307ce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77553307ce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77553307ce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77553307ce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77553307ce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77553307c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77553307c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Frontera de un Árbol General</a:t>
            </a:r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Escribir el método frontera de un árbol general de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números enteros. Debe devolver una lista.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La frontera de éste árbol sería: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/>
              <a:t>6, 9, 1, 10, 11, 18, 2, 15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0550" y="1466150"/>
            <a:ext cx="3542850" cy="24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</a:t>
            </a:r>
            <a:endParaRPr/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813" y="1164425"/>
            <a:ext cx="7472263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Otras soluciones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048" y="1048700"/>
            <a:ext cx="6441875" cy="3492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Solución ineficiente</a:t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6150" y="921200"/>
            <a:ext cx="5561751" cy="398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625" y="1192150"/>
            <a:ext cx="6257201" cy="283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Errores comunes</a:t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794441" y="1455262"/>
            <a:ext cx="1881600" cy="200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2862202" y="1514191"/>
            <a:ext cx="33384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No verificar por árbol inicial vacio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1775" y="3365650"/>
            <a:ext cx="5604199" cy="143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4206008" y="3981200"/>
            <a:ext cx="3533400" cy="585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361200" y="3631675"/>
            <a:ext cx="27828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Uso inadecuado de la lista de hijos</a:t>
            </a:r>
            <a:endParaRPr sz="12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Errores comunes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90" name="Google Shape;1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1567550"/>
            <a:ext cx="7486650" cy="253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/>
          <p:nvPr/>
        </p:nvSpPr>
        <p:spPr>
          <a:xfrm>
            <a:off x="5039200" y="1629525"/>
            <a:ext cx="27762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411075" y="2571750"/>
            <a:ext cx="1631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5104725" y="1946125"/>
            <a:ext cx="2873100" cy="3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Usar la variable de instancia en vez del parámetro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Errores comunes</a:t>
            </a:r>
            <a:endParaRPr/>
          </a:p>
        </p:txBody>
      </p:sp>
      <p:sp>
        <p:nvSpPr>
          <p:cNvPr id="199" name="Google Shape;199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200" name="Google Shape;2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575" y="1432887"/>
            <a:ext cx="8223450" cy="318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4173150" y="1432875"/>
            <a:ext cx="24894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1479800" y="2402475"/>
            <a:ext cx="22890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882300" y="2776000"/>
            <a:ext cx="8289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4525775" y="2470025"/>
            <a:ext cx="3607800" cy="4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Inconsistencia entre parámetro y el return</a:t>
            </a:r>
            <a:endParaRPr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205" name="Google Shape;205;p22"/>
          <p:cNvCxnSpPr>
            <a:stCxn id="204" idx="0"/>
            <a:endCxn id="201" idx="2"/>
          </p:cNvCxnSpPr>
          <p:nvPr/>
        </p:nvCxnSpPr>
        <p:spPr>
          <a:xfrm rot="10800000">
            <a:off x="5417975" y="1672925"/>
            <a:ext cx="911700" cy="797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6" name="Google Shape;206;p22"/>
          <p:cNvCxnSpPr>
            <a:stCxn id="204" idx="1"/>
            <a:endCxn id="202" idx="3"/>
          </p:cNvCxnSpPr>
          <p:nvPr/>
        </p:nvCxnSpPr>
        <p:spPr>
          <a:xfrm rot="10800000">
            <a:off x="3768875" y="2522375"/>
            <a:ext cx="756900" cy="1644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07" name="Google Shape;207;p22"/>
          <p:cNvCxnSpPr>
            <a:stCxn id="204" idx="2"/>
            <a:endCxn id="203" idx="3"/>
          </p:cNvCxnSpPr>
          <p:nvPr/>
        </p:nvCxnSpPr>
        <p:spPr>
          <a:xfrm rot="10800000">
            <a:off x="1711175" y="2896025"/>
            <a:ext cx="4618500" cy="7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8" name="Google Shape;208;p22"/>
          <p:cNvSpPr/>
          <p:nvPr/>
        </p:nvSpPr>
        <p:spPr>
          <a:xfrm>
            <a:off x="544575" y="1432875"/>
            <a:ext cx="580200" cy="2400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468600" y="1605075"/>
            <a:ext cx="756900" cy="7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Métodos auxiliares deberían ser private</a:t>
            </a:r>
            <a:endParaRPr sz="9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Ancestro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6</a:t>
            </a:r>
            <a:endParaRPr/>
          </a:p>
        </p:txBody>
      </p:sp>
      <p:sp>
        <p:nvSpPr>
          <p:cNvPr id="220" name="Google Shape;220;p24"/>
          <p:cNvSpPr txBox="1">
            <a:spLocks noGrp="1"/>
          </p:cNvSpPr>
          <p:nvPr>
            <p:ph type="body" idx="1"/>
          </p:nvPr>
        </p:nvSpPr>
        <p:spPr>
          <a:xfrm>
            <a:off x="1297500" y="1262750"/>
            <a:ext cx="3672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 dice que un nodo n es ancestro de un nodo m si existe un camino desde n a m.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Se dice que un nodo n es descendiente de un nodo m si existe un camino desde m a n. Implemente un método en la clase ArbolGeneral con la siguiente firma: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 b="1"/>
              <a:t>public Boolean esAncestro(T a, T b) </a:t>
            </a:r>
            <a:endParaRPr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El cual determine si un valor a es ancestro de un valor b.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s-419"/>
              <a:t>Ejemplo: </a:t>
            </a:r>
            <a:r>
              <a:rPr lang="es-419" b="1"/>
              <a:t>esAncestro (8 , 9)  ---&gt; true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s-419" b="1"/>
              <a:t>                     esAncestro (8 , 11) ---&gt;false</a:t>
            </a:r>
            <a:endParaRPr b="1"/>
          </a:p>
        </p:txBody>
      </p:sp>
      <p:pic>
        <p:nvPicPr>
          <p:cNvPr id="221" name="Google Shape;22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2500" y="1648825"/>
            <a:ext cx="3542850" cy="242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Posible solución</a:t>
            </a:r>
            <a:endParaRPr/>
          </a:p>
        </p:txBody>
      </p:sp>
      <p:pic>
        <p:nvPicPr>
          <p:cNvPr id="227" name="Google Shape;2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25" y="1087850"/>
            <a:ext cx="4645575" cy="275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/>
          <p:cNvPicPr preferRelativeResize="0"/>
          <p:nvPr/>
        </p:nvPicPr>
        <p:blipFill rotWithShape="1">
          <a:blip r:embed="rId4">
            <a:alphaModFix/>
          </a:blip>
          <a:srcRect t="51124"/>
          <a:stretch/>
        </p:blipFill>
        <p:spPr>
          <a:xfrm>
            <a:off x="3160050" y="2676450"/>
            <a:ext cx="5256575" cy="239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 7</a:t>
            </a:r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body" idx="1"/>
          </p:nvPr>
        </p:nvSpPr>
        <p:spPr>
          <a:xfrm>
            <a:off x="1297500" y="13389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/>
              <a:t>Sea una red de agua potable, la cual comienza en un caño maestro y el mismo se va dividiendo sucesivamente hasta llegar a cada una de las casas. Por el caño maestro ingresan x cantidad de litros y en la medida que el caño se divide, </a:t>
            </a:r>
            <a:r>
              <a:rPr lang="es-419" sz="1500" b="1"/>
              <a:t>el caudal se divide en partes iguales</a:t>
            </a:r>
            <a:r>
              <a:rPr lang="es-419" sz="1500"/>
              <a:t> en cada una de las divisiones. Es decir, si un caño maestro recibe 1000 litros y se divide en 4 partes, cada división tiene un caudal de 250 litros. Luego, si una de esas divisiones se vuelve a dividir en 5 partes, cada una tendrá un caudal de 50 litros y así sucesivamente. </a:t>
            </a:r>
            <a:endParaRPr sz="15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419" sz="1500"/>
              <a:t>Usted debe </a:t>
            </a:r>
            <a:r>
              <a:rPr lang="es-419" sz="1500" b="1"/>
              <a:t>implementar una clase RedDeAguaPotable</a:t>
            </a:r>
            <a:r>
              <a:rPr lang="es-419" sz="1500"/>
              <a:t> que contenga un método </a:t>
            </a:r>
            <a:r>
              <a:rPr lang="es-419" sz="1500" b="1"/>
              <a:t>public double minimoCaudal()</a:t>
            </a:r>
            <a:r>
              <a:rPr lang="es-419" sz="1500"/>
              <a:t>, que calcule el caudal de cada nodo y determine cuál es el mínimo caudal que recibe una casa.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</Words>
  <Application>Microsoft Office PowerPoint</Application>
  <PresentationFormat>Presentación en pantalla (16:9)</PresentationFormat>
  <Paragraphs>29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Montserrat</vt:lpstr>
      <vt:lpstr>Arial</vt:lpstr>
      <vt:lpstr>Lato</vt:lpstr>
      <vt:lpstr>Focus</vt:lpstr>
      <vt:lpstr>Frontera de un Árbol General</vt:lpstr>
      <vt:lpstr>Solución</vt:lpstr>
      <vt:lpstr>Otras soluciones </vt:lpstr>
      <vt:lpstr>Solución ineficiente</vt:lpstr>
      <vt:lpstr>Errores comunes</vt:lpstr>
      <vt:lpstr>Errores comunes </vt:lpstr>
      <vt:lpstr>Errores comunes</vt:lpstr>
      <vt:lpstr>Ancestro</vt:lpstr>
      <vt:lpstr>Ejercicio 6</vt:lpstr>
      <vt:lpstr>Posible solución</vt:lpstr>
      <vt:lpstr>Ejercicio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Frontera de un Árbol General</dc:title>
  <cp:lastModifiedBy>Sofia Avila</cp:lastModifiedBy>
  <cp:revision>1</cp:revision>
  <dcterms:modified xsi:type="dcterms:W3CDTF">2022-05-06T12:04:21Z</dcterms:modified>
</cp:coreProperties>
</file>
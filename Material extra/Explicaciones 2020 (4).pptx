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2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</p:sldIdLst>
  <p:sldSz cx="9144000" cy="5143500" type="screen16x9"/>
  <p:notesSz cx="6858000" cy="9144000"/>
  <p:embeddedFontLst>
    <p:embeddedFont>
      <p:font typeface="Lato" panose="020F0502020204030203" pitchFamily="34" charset="0"/>
      <p:regular r:id="rId23"/>
      <p:bold r:id="rId24"/>
      <p:italic r:id="rId25"/>
      <p:boldItalic r:id="rId26"/>
    </p:embeddedFont>
    <p:embeddedFont>
      <p:font typeface="Montserrat" panose="00000500000000000000" pitchFamily="2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8" y="11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84010e2c83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84010e2c83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83f2c4757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83f2c4757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83f2c4757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83f2c4757b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754a34afe4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754a34afe4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83f2c4757b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83f2c4757b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754a34afe4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754a34afe4_2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754a34afe4_2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754a34afe4_2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754a34afe4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754a34afe4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754a34afe4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754a34afe4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754a34afe4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754a34afe4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754a34afe4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754a34afe4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754a34afe4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754a34afe4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754a34afe4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754a34afe4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754a34afe4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754a34afe4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754a34afe4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754a34afe4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754a34afe4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754a34afe4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754a34afe4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754a34afe4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Este ejemplo asume que el arbol que llega no puede estar vacio, pedirles a ellos que agreguen esa condición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754a34afe4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754a34afe4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754a34afe4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754a34afe4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754a34afe4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754a34afe4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sumadorArbol</a:t>
            </a:r>
            <a:endParaRPr/>
          </a:p>
        </p:txBody>
      </p:sp>
      <p:sp>
        <p:nvSpPr>
          <p:cNvPr id="146" name="Google Shape;146;p15"/>
          <p:cNvSpPr txBox="1">
            <a:spLocks noGrp="1"/>
          </p:cNvSpPr>
          <p:nvPr>
            <p:ph type="body" idx="1"/>
          </p:nvPr>
        </p:nvSpPr>
        <p:spPr>
          <a:xfrm>
            <a:off x="1297500" y="1578400"/>
            <a:ext cx="45840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 dirty="0"/>
              <a:t>Escribir un método en la clase Sumador, que dado un árbol binario, devuelva la suma de todos sus elementos.</a:t>
            </a:r>
            <a:endParaRPr sz="1400"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419" sz="1400" dirty="0"/>
              <a:t>En el árbol de ejemplo deberá devolver:  24</a:t>
            </a:r>
            <a:endParaRPr sz="1400" dirty="0"/>
          </a:p>
        </p:txBody>
      </p:sp>
      <p:pic>
        <p:nvPicPr>
          <p:cNvPr id="147" name="Google Shape;14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46250" y="1763600"/>
            <a:ext cx="1673200" cy="161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Solución</a:t>
            </a:r>
            <a:endParaRPr/>
          </a:p>
        </p:txBody>
      </p:sp>
      <p:pic>
        <p:nvPicPr>
          <p:cNvPr id="153" name="Google Shape;15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03" y="1567553"/>
            <a:ext cx="7156476" cy="251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Otras soluciones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7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160" name="Google Shape;16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363" y="1567550"/>
            <a:ext cx="8615276" cy="106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4375" y="2749051"/>
            <a:ext cx="8615275" cy="17296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Otras soluciones</a:t>
            </a:r>
            <a:endParaRPr/>
          </a:p>
        </p:txBody>
      </p:sp>
      <p:sp>
        <p:nvSpPr>
          <p:cNvPr id="167" name="Google Shape;167;p18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168" name="Google Shape;16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9675" y="1532475"/>
            <a:ext cx="6496050" cy="298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9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Errores comunes</a:t>
            </a:r>
            <a:endParaRPr/>
          </a:p>
        </p:txBody>
      </p:sp>
      <p:pic>
        <p:nvPicPr>
          <p:cNvPr id="174" name="Google Shape;17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825" y="1717350"/>
            <a:ext cx="8486326" cy="108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925" y="2898075"/>
            <a:ext cx="4514445" cy="203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/>
          <p:nvPr/>
        </p:nvSpPr>
        <p:spPr>
          <a:xfrm>
            <a:off x="1514025" y="2338750"/>
            <a:ext cx="5600700" cy="2331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9"/>
          <p:cNvSpPr/>
          <p:nvPr/>
        </p:nvSpPr>
        <p:spPr>
          <a:xfrm>
            <a:off x="1015775" y="3493475"/>
            <a:ext cx="2529300" cy="1905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9"/>
          <p:cNvSpPr/>
          <p:nvPr/>
        </p:nvSpPr>
        <p:spPr>
          <a:xfrm>
            <a:off x="1053875" y="3936000"/>
            <a:ext cx="2529300" cy="1905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5576075" y="1748050"/>
            <a:ext cx="28134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El orden de llamada de los hijos es simpre izquierdo y luego derecho</a:t>
            </a:r>
            <a:endParaRPr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0" name="Google Shape;180;p19"/>
          <p:cNvSpPr txBox="1"/>
          <p:nvPr/>
        </p:nvSpPr>
        <p:spPr>
          <a:xfrm>
            <a:off x="1965375" y="4338875"/>
            <a:ext cx="31272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getHijoIzquierdo y getHijoDerecho() siempre devuelven un Árbol</a:t>
            </a:r>
            <a:endParaRPr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0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Errores comunes</a:t>
            </a:r>
            <a:endParaRPr/>
          </a:p>
        </p:txBody>
      </p:sp>
      <p:pic>
        <p:nvPicPr>
          <p:cNvPr id="186" name="Google Shape;18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00" y="1166088"/>
            <a:ext cx="5848350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/>
          <p:nvPr/>
        </p:nvSpPr>
        <p:spPr>
          <a:xfrm>
            <a:off x="1736750" y="1541575"/>
            <a:ext cx="3549300" cy="1905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3574375" y="2718525"/>
            <a:ext cx="35493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Siempre se debe verificar por árbol vacío antes de acceder al dato de la raíz.</a:t>
            </a:r>
            <a:endParaRPr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1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Errores comunes</a:t>
            </a:r>
            <a:endParaRPr/>
          </a:p>
        </p:txBody>
      </p:sp>
      <p:sp>
        <p:nvSpPr>
          <p:cNvPr id="194" name="Google Shape;194;p21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s-419" sz="1600"/>
              <a:t>Subir proyectos vacíos de Netbeans</a:t>
            </a:r>
            <a:endParaRPr sz="1600"/>
          </a:p>
          <a:p>
            <a:pPr marL="457200" lvl="0" indent="-330200" algn="l" rtl="0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s-419" sz="1600"/>
              <a:t>No cambiar el nombre al proyecto</a:t>
            </a:r>
            <a:endParaRPr sz="1600"/>
          </a:p>
          <a:p>
            <a:pPr marL="457200" lvl="0" indent="-330200" algn="l" rtl="0">
              <a:spcBef>
                <a:spcPts val="1000"/>
              </a:spcBef>
              <a:spcAft>
                <a:spcPts val="1600"/>
              </a:spcAft>
              <a:buSzPts val="1600"/>
              <a:buChar char="●"/>
            </a:pPr>
            <a:r>
              <a:rPr lang="es-419" sz="1600"/>
              <a:t>Subir el mismo proyecto que se descargaron.</a:t>
            </a:r>
            <a:endParaRPr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Árboles Generales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3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Arbol General</a:t>
            </a:r>
            <a:endParaRPr/>
          </a:p>
        </p:txBody>
      </p:sp>
      <p:pic>
        <p:nvPicPr>
          <p:cNvPr id="205" name="Google Shape;20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9149" y="903049"/>
            <a:ext cx="6356751" cy="170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89900" y="2722350"/>
            <a:ext cx="3542850" cy="242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Arbol Geneal - Estructura en Java</a:t>
            </a:r>
            <a:endParaRPr/>
          </a:p>
        </p:txBody>
      </p:sp>
      <p:sp>
        <p:nvSpPr>
          <p:cNvPr id="212" name="Google Shape;212;p2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213" name="Google Shape;21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100" y="1434026"/>
            <a:ext cx="8539101" cy="328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5"/>
          <p:cNvPicPr preferRelativeResize="0"/>
          <p:nvPr/>
        </p:nvPicPr>
        <p:blipFill rotWithShape="1">
          <a:blip r:embed="rId3">
            <a:alphaModFix/>
          </a:blip>
          <a:srcRect l="13113" t="10770" r="14196" b="1732"/>
          <a:stretch/>
        </p:blipFill>
        <p:spPr>
          <a:xfrm>
            <a:off x="1248500" y="435225"/>
            <a:ext cx="6647000" cy="4500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Recorridos</a:t>
            </a:r>
            <a:endParaRPr/>
          </a:p>
        </p:txBody>
      </p:sp>
      <p:sp>
        <p:nvSpPr>
          <p:cNvPr id="224" name="Google Shape;224;p26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s-419" sz="1600" b="1" u="sng"/>
              <a:t>Preorden:</a:t>
            </a:r>
            <a:r>
              <a:rPr lang="es-419" sz="1600"/>
              <a:t> Se procesa primero la raíz y luego los hijos  </a:t>
            </a:r>
            <a:endParaRPr sz="1600"/>
          </a:p>
          <a:p>
            <a:pPr marL="457200" lvl="0" indent="-330200" algn="l" rtl="0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s-419" sz="1600" b="1" u="sng"/>
              <a:t>Inorden:</a:t>
            </a:r>
            <a:r>
              <a:rPr lang="es-419" sz="1600" b="1"/>
              <a:t> </a:t>
            </a:r>
            <a:r>
              <a:rPr lang="es-419" sz="1600"/>
              <a:t> Se procesa el primer hijo, luego la raíz y por último los restantes hijos  </a:t>
            </a:r>
            <a:endParaRPr sz="1600"/>
          </a:p>
          <a:p>
            <a:pPr marL="457200" lvl="0" indent="-330200" algn="l" rtl="0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s-419" sz="1600" b="1" u="sng"/>
              <a:t>Postorden:</a:t>
            </a:r>
            <a:r>
              <a:rPr lang="es-419" sz="1600"/>
              <a:t> Se procesan primero los hijos y luego la raíz  </a:t>
            </a:r>
            <a:endParaRPr sz="1600"/>
          </a:p>
          <a:p>
            <a:pPr marL="457200" lvl="0" indent="-330200" algn="l" rtl="0">
              <a:spcBef>
                <a:spcPts val="1000"/>
              </a:spcBef>
              <a:spcAft>
                <a:spcPts val="1600"/>
              </a:spcAft>
              <a:buSzPts val="1600"/>
              <a:buChar char="●"/>
            </a:pPr>
            <a:r>
              <a:rPr lang="es-419" sz="1600" b="1" u="sng"/>
              <a:t>Por niveles:</a:t>
            </a:r>
            <a:r>
              <a:rPr lang="es-419" sz="1600" u="sng"/>
              <a:t> </a:t>
            </a:r>
            <a:r>
              <a:rPr lang="es-419" sz="1600"/>
              <a:t> Se procesan los nodos teniendo en cuenta sus niveles, primero la raíz, luego los hijos, los hijos de éstos, etc.</a:t>
            </a:r>
            <a:endParaRPr sz="1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7"/>
          <p:cNvSpPr txBox="1">
            <a:spLocks noGrp="1"/>
          </p:cNvSpPr>
          <p:nvPr>
            <p:ph type="title"/>
          </p:nvPr>
        </p:nvSpPr>
        <p:spPr>
          <a:xfrm>
            <a:off x="1297500" y="295313"/>
            <a:ext cx="7038900" cy="68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De la implementación...</a:t>
            </a:r>
            <a:endParaRPr/>
          </a:p>
        </p:txBody>
      </p:sp>
      <p:sp>
        <p:nvSpPr>
          <p:cNvPr id="230" name="Google Shape;230;p27"/>
          <p:cNvSpPr txBox="1">
            <a:spLocks noGrp="1"/>
          </p:cNvSpPr>
          <p:nvPr>
            <p:ph type="body" idx="1"/>
          </p:nvPr>
        </p:nvSpPr>
        <p:spPr>
          <a:xfrm>
            <a:off x="1297500" y="1175663"/>
            <a:ext cx="7038900" cy="218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 b="1"/>
              <a:t>esHoja() </a:t>
            </a:r>
            <a:r>
              <a:rPr lang="es-419"/>
              <a:t>devuelve verdadero sólo si el nodo tiene un dato y la lista de hijos es vacía.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 b="1"/>
              <a:t>getHijos()</a:t>
            </a:r>
            <a:r>
              <a:rPr lang="es-419"/>
              <a:t> devuelve una nueva lista conteniendo</a:t>
            </a:r>
            <a:r>
              <a:rPr lang="es-419" b="1"/>
              <a:t> </a:t>
            </a:r>
            <a:r>
              <a:rPr lang="es-419"/>
              <a:t>los nodos hijos convertidos en árboles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231" name="Google Shape;231;p27"/>
          <p:cNvPicPr preferRelativeResize="0"/>
          <p:nvPr/>
        </p:nvPicPr>
        <p:blipFill rotWithShape="1">
          <a:blip r:embed="rId3">
            <a:alphaModFix/>
          </a:blip>
          <a:srcRect l="7917" t="24498" r="28176" b="47293"/>
          <a:stretch/>
        </p:blipFill>
        <p:spPr>
          <a:xfrm>
            <a:off x="180025" y="1978675"/>
            <a:ext cx="8874952" cy="165265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dot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Recorrido preorden</a:t>
            </a:r>
            <a:endParaRPr/>
          </a:p>
        </p:txBody>
      </p:sp>
      <p:pic>
        <p:nvPicPr>
          <p:cNvPr id="237" name="Google Shape;23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8713" y="1232750"/>
            <a:ext cx="6886575" cy="334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9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Recorrido por niveles</a:t>
            </a:r>
            <a:endParaRPr/>
          </a:p>
        </p:txBody>
      </p:sp>
      <p:pic>
        <p:nvPicPr>
          <p:cNvPr id="243" name="Google Shape;24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5525" y="982175"/>
            <a:ext cx="5918099" cy="384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0"/>
          <p:cNvSpPr txBox="1">
            <a:spLocks noGrp="1"/>
          </p:cNvSpPr>
          <p:nvPr>
            <p:ph type="title"/>
          </p:nvPr>
        </p:nvSpPr>
        <p:spPr>
          <a:xfrm>
            <a:off x="1297500" y="523913"/>
            <a:ext cx="7038900" cy="68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Método altura()</a:t>
            </a:r>
            <a:endParaRPr/>
          </a:p>
        </p:txBody>
      </p:sp>
      <p:sp>
        <p:nvSpPr>
          <p:cNvPr id="249" name="Google Shape;249;p30"/>
          <p:cNvSpPr txBox="1">
            <a:spLocks noGrp="1"/>
          </p:cNvSpPr>
          <p:nvPr>
            <p:ph type="body" idx="1"/>
          </p:nvPr>
        </p:nvSpPr>
        <p:spPr>
          <a:xfrm>
            <a:off x="1297500" y="1709063"/>
            <a:ext cx="7038900" cy="218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s-419" sz="1900"/>
              <a:t>¿Cómo se define la altura de un árbol?</a:t>
            </a:r>
            <a:endParaRPr sz="19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1900"/>
          </a:p>
          <a:p>
            <a:pPr marL="457200" lvl="0" indent="-349250" algn="l" rtl="0">
              <a:spcBef>
                <a:spcPts val="1600"/>
              </a:spcBef>
              <a:spcAft>
                <a:spcPts val="1600"/>
              </a:spcAft>
              <a:buSzPts val="1900"/>
              <a:buAutoNum type="arabicPeriod"/>
            </a:pPr>
            <a:r>
              <a:rPr lang="es-419" sz="1900"/>
              <a:t>¿Qué consideraciones debería plantearme antes de implementar?</a:t>
            </a:r>
            <a:endParaRPr sz="1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1"/>
          <p:cNvSpPr txBox="1">
            <a:spLocks noGrp="1"/>
          </p:cNvSpPr>
          <p:nvPr>
            <p:ph type="title"/>
          </p:nvPr>
        </p:nvSpPr>
        <p:spPr>
          <a:xfrm>
            <a:off x="1213350" y="460975"/>
            <a:ext cx="73962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Método altura()</a:t>
            </a:r>
            <a:endParaRPr/>
          </a:p>
        </p:txBody>
      </p:sp>
      <p:pic>
        <p:nvPicPr>
          <p:cNvPr id="255" name="Google Shape;25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1203" y="1504975"/>
            <a:ext cx="7009125" cy="302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2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Actividad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3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Mecánica</a:t>
            </a:r>
            <a:endParaRPr/>
          </a:p>
        </p:txBody>
      </p:sp>
      <p:sp>
        <p:nvSpPr>
          <p:cNvPr id="266" name="Google Shape;266;p33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/>
              <a:t>Importar en eclipse el proyecto  “ProyectoJueves30abr10hs”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/>
              <a:t>Verificar que compila (Imprime por consola “La frontera es vacia.”)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/>
              <a:t>Cambiar el nombre del proyecto por  su “ApellidoNombre”. Ej: “PerezJuan”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/>
              <a:t>Verificar espacio para indicar su solución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-419" sz="1400"/>
              <a:t>		// escriba su solucion a partir de aqui </a:t>
            </a:r>
            <a:endParaRPr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/>
              <a:t>		</a:t>
            </a:r>
            <a:endParaRPr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/>
              <a:t>		// fin del codigo de su solucion</a:t>
            </a:r>
            <a:endParaRPr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/>
              <a:t>Exportar el proyecto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/>
              <a:t>Subir a la plataforma  en  la tarea “Actividad Jueves 30 abril - 10 hs”</a:t>
            </a:r>
            <a:endParaRPr/>
          </a:p>
          <a:p>
            <a:pPr marL="45720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Frontera de un Árbol General</a:t>
            </a:r>
            <a:endParaRPr/>
          </a:p>
        </p:txBody>
      </p:sp>
      <p:sp>
        <p:nvSpPr>
          <p:cNvPr id="272" name="Google Shape;272;p3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Escribir el método frontera de un árbol general de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números enteros. Debe devolver una lista.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La frontera de éste árbol sería: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419"/>
              <a:t>6, 9, 1, 10, 11, 18, 2, 15</a:t>
            </a:r>
            <a:endParaRPr/>
          </a:p>
        </p:txBody>
      </p:sp>
      <p:pic>
        <p:nvPicPr>
          <p:cNvPr id="273" name="Google Shape;27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0550" y="1466150"/>
            <a:ext cx="3542850" cy="242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391</Words>
  <Application>Microsoft Office PowerPoint</Application>
  <PresentationFormat>Presentación en pantalla (16:9)</PresentationFormat>
  <Paragraphs>52</Paragraphs>
  <Slides>20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4" baseType="lpstr">
      <vt:lpstr>Lato</vt:lpstr>
      <vt:lpstr>Montserrat</vt:lpstr>
      <vt:lpstr>Arial</vt:lpstr>
      <vt:lpstr>Focus</vt:lpstr>
      <vt:lpstr>sumadorArbol</vt:lpstr>
      <vt:lpstr>Solución</vt:lpstr>
      <vt:lpstr>Otras soluciones </vt:lpstr>
      <vt:lpstr>Otras soluciones</vt:lpstr>
      <vt:lpstr>Errores comunes</vt:lpstr>
      <vt:lpstr>Errores comunes</vt:lpstr>
      <vt:lpstr>Errores comunes</vt:lpstr>
      <vt:lpstr>Árboles Generales</vt:lpstr>
      <vt:lpstr>Arbol General</vt:lpstr>
      <vt:lpstr>Arbol Geneal - Estructura en Java</vt:lpstr>
      <vt:lpstr>Presentación de PowerPoint</vt:lpstr>
      <vt:lpstr>Recorridos</vt:lpstr>
      <vt:lpstr>De la implementación...</vt:lpstr>
      <vt:lpstr>Recorrido preorden</vt:lpstr>
      <vt:lpstr>Recorrido por niveles</vt:lpstr>
      <vt:lpstr>Método altura()</vt:lpstr>
      <vt:lpstr>Método altura()</vt:lpstr>
      <vt:lpstr>Actividad</vt:lpstr>
      <vt:lpstr>Mecánica</vt:lpstr>
      <vt:lpstr>Frontera de un Árbol General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sumadorArbol</dc:title>
  <cp:lastModifiedBy>Sofia Avila</cp:lastModifiedBy>
  <cp:revision>1</cp:revision>
  <dcterms:modified xsi:type="dcterms:W3CDTF">2022-05-06T12:29:12Z</dcterms:modified>
</cp:coreProperties>
</file>